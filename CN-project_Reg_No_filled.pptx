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" name="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IN" sz="3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IN" sz="24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Click to edit the outline text format</a:t>
            </a:r>
            <a:endParaRPr b="1" lang="en-IN" sz="24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IN" sz="21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Second Outline Level</a:t>
            </a:r>
            <a:endParaRPr b="0" lang="en-IN" sz="21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Third Outline Level</a:t>
            </a:r>
            <a:endParaRPr b="0" lang="en-IN" sz="1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Fourth Outline Level</a:t>
            </a:r>
            <a:endParaRPr b="0" lang="en-IN" sz="15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Fifth Outline Level</a:t>
            </a:r>
            <a:endParaRPr b="0" lang="en-IN" sz="15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Sixth Outline Level</a:t>
            </a:r>
            <a:endParaRPr b="0" lang="en-IN" sz="15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Seventh Outline Level</a:t>
            </a:r>
            <a:endParaRPr b="0" lang="en-IN" sz="15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9180000" y="5175000"/>
            <a:ext cx="720000" cy="45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990F96F5-7E3A-42CD-8104-A5449BB30567}" type="slidenum"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IN" sz="3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0">
              <a:spcAft>
                <a:spcPts val="65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1" marL="864000" indent="0">
              <a:spcAft>
                <a:spcPts val="850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626BE007-F942-4762-8E0C-7085C0CCFC1A}" type="slidenum"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IN" sz="3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0">
              <a:spcAft>
                <a:spcPts val="65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1" marL="864000" indent="0">
              <a:spcAft>
                <a:spcPts val="850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B3578EE2-4090-4172-988D-A95BBF251B46}" type="slidenum"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" name="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endParaRPr b="1" lang="en-IN" sz="14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en-IN" sz="27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IN" sz="27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0">
              <a:spcAft>
                <a:spcPts val="65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1" marL="864000" indent="0">
              <a:spcAft>
                <a:spcPts val="850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75606F1E-A859-4E20-B844-05C2FDB86F2D}" type="slidenum"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r>
              <a:t>TCP Congestion Control Simulator with a Causal Diagnostic AI Agent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r>
              <a:t>[Your Name — Reg No]</a:t>
            </a:r>
          </a:p>
          <a:p>
            <a:r>
              <a:t>[Member 2 — Reg No]</a:t>
            </a:r>
          </a:p>
          <a:p>
            <a:r>
              <a:t>[Member 3 — Reg No]</a:t>
            </a:r>
          </a:p>
          <a:p>
            <a:r>
              <a:t>[Member 4 — Reg No]</a:t>
            </a:r>
          </a:p>
          <a:p>
            <a:r>
              <a:t>[Member 5 — Reg No]</a:t>
            </a:r>
          </a:p>
          <a:p>
            <a:r>
              <a:t>BCSE308L — Computer Networks · Review-1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t>Objective</a:t>
            </a: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r>
              <a:t>Build a discrete-event simulator of TCP's AIMD congestion control that produces a genuine cwnd "sawtooth" trace for two variants, Tahoe and Reno, under a shared bottleneck-link + drop-tail-queue network model.</a:t>
            </a:r>
            <a:endParaRPr b="1" lang="en-IN" sz="24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/>
            <a:r>
              <a:t>Extend the simulator with a causal diagnostic agent that classifies every round GOOD / NOT GOOD and explains why, using a symptom → mechanism → root-cause chain — not just a pass/fail flag.</a:t>
            </a:r>
          </a:p>
          <a:p>
            <a:pPr/>
            <a:r>
              <a:t>Compare how Tahoe's full cwnd reset vs. Reno's fast-recovery halving change loss-recovery behaviour, and quantify the buffer-size loss-vs-delay (bufferbloat) trade-off through parameter sensitivity runs.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AB25DE-5778-4418-B747-F00B3895548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t>Novelty</a:t>
            </a: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r>
              <a:t>Goes beyond plotting the sawtooth: an autonomous Causal Diagnostic Agent reasons about why a round misbehaved, not just that it did.</a:t>
            </a:r>
            <a:endParaRPr b="1" lang="en-IN" sz="24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/>
            <a:r>
              <a:t>Two-layer causal design:</a:t>
            </a:r>
          </a:p>
          <a:p>
            <a:pPr lvl="1"/>
            <a:r>
              <a:t>A deterministic rule-based engine derives the root cause offline — auditable and reproducible, no hallucination risk in the actual diagnosis.</a:t>
            </a:r>
          </a:p>
          <a:p>
            <a:pPr lvl="1"/>
            <a:r>
              <a:t>An LLM narration layer (Claude) turns that structured diagnosis into plain English and answers free-form "why did round N fail?" follow-up questions.</a:t>
            </a:r>
          </a:p>
          <a:p>
            <a:pPr/>
            <a:r>
              <a:t>Explicitly treats the buffer-size trade-off (loss vs. delay / bufferbloat) as a first-class causal factor, backed by real sensitivity-run data, not just a side note.</a:t>
            </a:r>
          </a:p>
          <a:p>
            <a:pPr/>
            <a:r>
              <a:t>Interactive Streamlit dashboard lets you tune capacity, buffer and link-noise live and watch the sawtooth and the causal diagnosis update together.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695872-7BE6-477C-95D6-1E28E92E8C6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t>Methods</a:t>
            </a: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r>
              <a:t>Layer 1 — AIMD simulator (congestion_sim.py): round-based model, 1 round ≈ 1 RTT. Sender has cwnd packets in flight; the bottleneck services capacity pkts/round; overflow queues in a drop-tail buffer and is dropped once that buffer fills.</a:t>
            </a:r>
            <a:endParaRPr b="1" lang="en-IN" sz="24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1"/>
            <a:r>
              <a:t>On loss: ssthresh = cwnd/2 → Tahoe resets cwnd = 1 (slow-start restart); Reno halves cwnd (fast recovery).</a:t>
            </a:r>
          </a:p>
          <a:p>
            <a:pPr lvl="1"/>
            <a:r>
              <a:t>On success: exponential growth (cwnd ×2) in slow start, then linear growth (cwnd +1) in congestion avoidance.</a:t>
            </a:r>
          </a:p>
          <a:p>
            <a:pPr/>
            <a:r>
              <a:t>Layer 2 — Causal Diagnostic Agent (causal_agent.py): per round, checks packet loss and RTT spikes (avg RTT &gt; 1.5× base RTT with no loss), then builds a symptom → mechanism → root-cause chain, plus the algorithm's response (loss) or the buffer trade-off (delay).</a:t>
            </a:r>
          </a:p>
          <a:p>
            <a:pPr/>
            <a:r>
              <a:t>Layer 3 — AI Narrator (ai_narrator.py): wraps Claude to turn the structured diagnosis into plain-English narration and answer follow-up questions; falls back to an offline template with zero external dependencies if no API key is set.</a:t>
            </a:r>
          </a:p>
          <a:p>
            <a:pPr/>
            <a:r>
              <a:t>Visualization + dashboard (visualize.py, app.py): sawtooth plots with loss markers, a queue/RTT bufferbloat view, a Tahoe-vs-Reno comparison, and a live "ask the agent" panel in Streamlit.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04E671-C196-4D21-BE2E-4535FD13EE8F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t>Output</a:t>
            </a: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r>
              <a:t>Baseline run (100 rounds, capacity 20, buffer 15): Reno is healthier than Tahoe — 89.0% vs 82.0% — because fast recovery keeps more of the window instead of resetting to cwnd = 1 after every loss.</a:t>
            </a:r>
            <a:endParaRPr b="1" lang="en-IN" sz="24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/>
            <a:r>
              <a:t>Causal agent correctly flagged every NOT GOOD round with a full symptom → mechanism → root-cause chain, e.g. "cwnd had grown to X packets … the router discarded the rest" plus each algorithm's own response.</a:t>
            </a:r>
          </a:p>
          <a:p>
            <a:pPr/>
            <a:r>
              <a:t>Parameter sensitivity sweep confirms the loss-vs-delay trade-off with real numbers, not assumptions:</a:t>
            </a:r>
          </a:p>
          <a:p>
            <a:pPr lvl="1"/>
            <a:r>
              <a:t>Small buffer → more loss, zero delay spikes (Tahoe 88.0% health, Reno 93.0%).</a:t>
            </a:r>
          </a:p>
          <a:p>
            <a:pPr lvl="1"/>
            <a:r>
              <a:t>Big buffer → fewer new drops but many more delay spikes — Reno actually drops to 68.0% health here (26 delay events vs Tahoe's 12), because its fast recovery keeps the queue fuller for longer: the classic bufferbloat effect.</a:t>
            </a:r>
          </a:p>
          <a:p>
            <a:pPr lvl="1"/>
            <a:r>
              <a:t>Higher capacity → both metrics improve (Tahoe 90.0%, Reno 96.0%), confirming more headroom helps loss and delay together.</a:t>
            </a:r>
          </a:p>
          <a:p>
            <a:pPr/>
            <a:r>
              <a:t>Live Streamlit dashboard (streamlit run app.py) exposes all of this interactively, including a free-text "ask the agent" Q&amp;A panel.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46CF6-3C7B-401C-895F-876BB16E3F7C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700000" y="1440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en-IN" sz="27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Thanks</a:t>
            </a:r>
            <a:endParaRPr b="1" lang="en-IN" sz="27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D7D03E-519F-409A-B44F-580B2D0863F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LibreOffice/25.2.1.2$MacOSX_AARCH64 LibreOffice_project/d3abf4aee5fd705e4a92bba33a32f40bc4e56f49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2026-09-07T17:06:12Z</dcterms:created>
  <dc:creator/>
  <dc:description>This work is licensed under a Creative Commons 0 License.
It makes use of the works of Jun NOGATA.</dc:description>
  <dc:language>en-IN</dc:language>
  <cp:lastModifiedBy/>
  <dcterms:modified xsi:type="dcterms:W3CDTF">2026-09-07T17:09:17Z</dcterms:modified>
  <cp:revision>2</cp:revision>
  <dc:subject/>
  <dc:title>Midnightblue</dc:title>
</cp:coreProperties>
</file>